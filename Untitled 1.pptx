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s/slide1.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Lst>
  <p:sldSz cx="10080625" cy="567055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226080"/>
            <a:ext cx="9071640" cy="946440"/>
          </a:xfrm>
          <a:prstGeom prst="rect">
            <a:avLst/>
          </a:prstGeom>
          <a:noFill/>
          <a:ln w="0">
            <a:noFill/>
          </a:ln>
        </p:spPr>
        <p:txBody>
          <a:bodyPr lIns="0" rIns="0" tIns="0" bIns="0" anchor="ctr">
            <a:spAutoFit/>
          </a:bodyPr>
          <a:p>
            <a:pPr indent="0" algn="ctr">
              <a:buNone/>
            </a:pPr>
            <a:endParaRPr lang="en-US" sz="4400" b="0" u="none" strike="noStrike">
              <a:solidFill>
                <a:srgbClr val="000000"/>
              </a:solidFill>
              <a:effectLst/>
              <a:uFillTx/>
              <a:latin typeface="Arial"/>
            </a:endParaRPr>
          </a:p>
        </p:txBody>
      </p:sp>
      <p:sp>
        <p:nvSpPr>
          <p:cNvPr id="8" name="PlaceHolder 2"/>
          <p:cNvSpPr>
            <a:spLocks noGrp="1"/>
          </p:cNvSpPr>
          <p:nvPr>
            <p:ph type="subTitle"/>
          </p:nvPr>
        </p:nvSpPr>
        <p:spPr>
          <a:xfrm>
            <a:off x="504000" y="1326600"/>
            <a:ext cx="9071640" cy="3288240"/>
          </a:xfrm>
          <a:prstGeom prst="rect">
            <a:avLst/>
          </a:prstGeom>
          <a:noFill/>
          <a:ln w="0">
            <a:noFill/>
          </a:ln>
        </p:spPr>
        <p:txBody>
          <a:bodyPr lIns="0" rIns="0" tIns="0" bIns="0" anchor="ctr">
            <a:spAutoFit/>
          </a:bodyPr>
          <a:p>
            <a:pPr indent="0" algn="ctr">
              <a:buNone/>
            </a:pPr>
            <a:endParaRPr lang="en-US" sz="3200" b="0" u="none" strike="noStrike">
              <a:solidFill>
                <a:srgbClr val="000000"/>
              </a:solidFill>
              <a:effectLst/>
              <a:uFillTx/>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DA80A7B5-C372-4A87-BE1E-902696A7DC0B}" type="slidenum">
              <a:t>&lt;#&gt;</a:t>
            </a:fld>
          </a:p>
        </p:txBody>
      </p:sp>
      <p:sp>
        <p:nvSpPr>
          <p:cNvPr id="6" name="PlaceHolder 5"/>
          <p:cNvSpPr>
            <a:spLocks noGrp="1"/>
          </p:cNvSpPr>
          <p:nvPr>
            <p:ph type="dt" idx="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3"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
        <p:nvSpPr>
          <p:cNvPr id="4" name="PlaceHolder 3"/>
          <p:cNvSpPr>
            <a:spLocks noGrp="1"/>
          </p:cNvSpPr>
          <p:nvPr>
            <p:ph type="dt" idx="1"/>
          </p:nvPr>
        </p:nvSpPr>
        <p:spPr>
          <a:xfrm>
            <a:off x="504000" y="5165280"/>
            <a:ext cx="2348280" cy="390600"/>
          </a:xfrm>
          <a:prstGeom prst="rect">
            <a:avLst/>
          </a:prstGeom>
          <a:noFill/>
          <a:ln w="0">
            <a:noFill/>
          </a:ln>
        </p:spPr>
        <p:txBody>
          <a:bodyPr lIns="0" rIns="0" tIns="0" bIns="0" anchor="t">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5" name="PlaceHolder 4"/>
          <p:cNvSpPr>
            <a:spLocks noGrp="1"/>
          </p:cNvSpPr>
          <p:nvPr>
            <p:ph type="ftr" idx="2"/>
          </p:nvPr>
        </p:nvSpPr>
        <p:spPr>
          <a:xfrm>
            <a:off x="3447360" y="5165280"/>
            <a:ext cx="3195000" cy="390600"/>
          </a:xfrm>
          <a:prstGeom prst="rect">
            <a:avLst/>
          </a:prstGeom>
          <a:noFill/>
          <a:ln w="0">
            <a:noFill/>
          </a:ln>
        </p:spPr>
        <p:txBody>
          <a:bodyPr lIns="0" rIns="0" tIns="0" bIns="0" anchor="t">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6" name="PlaceHolder 5"/>
          <p:cNvSpPr>
            <a:spLocks noGrp="1"/>
          </p:cNvSpPr>
          <p:nvPr>
            <p:ph type="sldNum" idx="3"/>
          </p:nvPr>
        </p:nvSpPr>
        <p:spPr>
          <a:xfrm>
            <a:off x="7227360" y="5165280"/>
            <a:ext cx="2348280" cy="390600"/>
          </a:xfrm>
          <a:prstGeom prst="rect">
            <a:avLst/>
          </a:prstGeom>
          <a:noFill/>
          <a:ln w="0">
            <a:noFill/>
          </a:ln>
        </p:spPr>
        <p:txBody>
          <a:bodyPr lIns="0" rIns="0" t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fld id="{9463EA1A-C7E2-4F2F-8496-6D2A88E256BC}"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 name=""/>
          <p:cNvPicPr/>
          <p:nvPr/>
        </p:nvPicPr>
        <p:blipFill>
          <a:blip r:embed="rId1"/>
          <a:stretch/>
        </p:blipFill>
        <p:spPr>
          <a:xfrm>
            <a:off x="2356200" y="185040"/>
            <a:ext cx="927360" cy="397440"/>
          </a:xfrm>
          <a:prstGeom prst="rect">
            <a:avLst/>
          </a:prstGeom>
          <a:noFill/>
          <a:ln w="0">
            <a:noFill/>
          </a:ln>
        </p:spPr>
      </p:pic>
      <p:pic>
        <p:nvPicPr>
          <p:cNvPr id="10" name=""/>
          <p:cNvPicPr/>
          <p:nvPr/>
        </p:nvPicPr>
        <p:blipFill>
          <a:blip r:embed="rId2"/>
          <a:stretch/>
        </p:blipFill>
        <p:spPr>
          <a:xfrm>
            <a:off x="3426120" y="188280"/>
            <a:ext cx="543240" cy="397440"/>
          </a:xfrm>
          <a:prstGeom prst="rect">
            <a:avLst/>
          </a:prstGeom>
          <a:noFill/>
          <a:ln w="0">
            <a:noFill/>
          </a:ln>
        </p:spPr>
      </p:pic>
      <p:pic>
        <p:nvPicPr>
          <p:cNvPr id="11" name=""/>
          <p:cNvPicPr/>
          <p:nvPr/>
        </p:nvPicPr>
        <p:blipFill>
          <a:blip r:embed="rId3"/>
          <a:stretch/>
        </p:blipFill>
        <p:spPr>
          <a:xfrm>
            <a:off x="4197960" y="281880"/>
            <a:ext cx="797760" cy="231840"/>
          </a:xfrm>
          <a:prstGeom prst="rect">
            <a:avLst/>
          </a:prstGeom>
          <a:noFill/>
          <a:ln w="0">
            <a:noFill/>
          </a:ln>
        </p:spPr>
      </p:pic>
      <p:pic>
        <p:nvPicPr>
          <p:cNvPr id="12" name=""/>
          <p:cNvPicPr/>
          <p:nvPr/>
        </p:nvPicPr>
        <p:blipFill>
          <a:blip r:embed="rId4"/>
          <a:stretch/>
        </p:blipFill>
        <p:spPr>
          <a:xfrm>
            <a:off x="5112360" y="217440"/>
            <a:ext cx="914400" cy="332280"/>
          </a:xfrm>
          <a:prstGeom prst="rect">
            <a:avLst/>
          </a:prstGeom>
          <a:noFill/>
          <a:ln w="0">
            <a:noFill/>
          </a:ln>
        </p:spPr>
      </p:pic>
      <p:pic>
        <p:nvPicPr>
          <p:cNvPr id="13" name=""/>
          <p:cNvPicPr/>
          <p:nvPr/>
        </p:nvPicPr>
        <p:blipFill>
          <a:blip r:embed="rId5"/>
          <a:stretch/>
        </p:blipFill>
        <p:spPr>
          <a:xfrm>
            <a:off x="6204960" y="92520"/>
            <a:ext cx="507600" cy="507600"/>
          </a:xfrm>
          <a:prstGeom prst="rect">
            <a:avLst/>
          </a:prstGeom>
          <a:noFill/>
          <a:ln w="0">
            <a:noFill/>
          </a:ln>
        </p:spPr>
      </p:pic>
      <p:pic>
        <p:nvPicPr>
          <p:cNvPr id="14" name=""/>
          <p:cNvPicPr/>
          <p:nvPr/>
        </p:nvPicPr>
        <p:blipFill>
          <a:blip r:embed="rId6"/>
          <a:stretch/>
        </p:blipFill>
        <p:spPr>
          <a:xfrm>
            <a:off x="6941160" y="218520"/>
            <a:ext cx="602640" cy="331200"/>
          </a:xfrm>
          <a:prstGeom prst="rect">
            <a:avLst/>
          </a:prstGeom>
          <a:noFill/>
          <a:ln w="0">
            <a:noFill/>
          </a:ln>
        </p:spPr>
      </p:pic>
      <p:sp>
        <p:nvSpPr>
          <p:cNvPr id="15" name=""/>
          <p:cNvSpPr/>
          <p:nvPr/>
        </p:nvSpPr>
        <p:spPr>
          <a:xfrm>
            <a:off x="-228600" y="5257800"/>
            <a:ext cx="10515600" cy="457200"/>
          </a:xfrm>
          <a:prstGeom prst="flowChartProcess">
            <a:avLst/>
          </a:prstGeom>
          <a:solidFill>
            <a:srgbClr val="ff0000"/>
          </a:solidFill>
          <a:ln w="0">
            <a:noFill/>
          </a:ln>
        </p:spPr>
        <p:style>
          <a:lnRef idx="0"/>
          <a:fillRef idx="0"/>
          <a:effectRef idx="0"/>
          <a:fontRef idx="minor"/>
        </p:style>
        <p:txBody>
          <a:bodyPr lIns="90000" rIns="90000" tIns="45000" bIns="45000" anchor="ctr">
            <a:noAutofit/>
          </a:bodyPr>
          <a:p>
            <a:endParaRPr lang="en-US" sz="1800" b="0" u="none" strike="noStrike">
              <a:solidFill>
                <a:srgbClr val="ffffff"/>
              </a:solidFill>
              <a:effectLst/>
              <a:uFillTx/>
              <a:latin typeface="Arial"/>
            </a:endParaRPr>
          </a:p>
        </p:txBody>
      </p:sp>
      <p:pic>
        <p:nvPicPr>
          <p:cNvPr id="16" name=""/>
          <p:cNvPicPr/>
          <p:nvPr/>
        </p:nvPicPr>
        <p:blipFill>
          <a:blip r:embed="rId7"/>
          <a:stretch/>
        </p:blipFill>
        <p:spPr>
          <a:xfrm>
            <a:off x="457200" y="1828800"/>
            <a:ext cx="2057400" cy="2282400"/>
          </a:xfrm>
          <a:prstGeom prst="rect">
            <a:avLst/>
          </a:prstGeom>
          <a:noFill/>
          <a:ln w="6480">
            <a:noFill/>
          </a:ln>
        </p:spPr>
      </p:pic>
      <p:sp>
        <p:nvSpPr>
          <p:cNvPr id="17" name=""/>
          <p:cNvSpPr txBox="1"/>
          <p:nvPr/>
        </p:nvSpPr>
        <p:spPr>
          <a:xfrm>
            <a:off x="2971800" y="2743200"/>
            <a:ext cx="5943600" cy="1600200"/>
          </a:xfrm>
          <a:prstGeom prst="rect">
            <a:avLst/>
          </a:prstGeom>
          <a:noFill/>
          <a:ln w="0">
            <a:noFill/>
          </a:ln>
        </p:spPr>
        <p:txBody>
          <a:bodyPr lIns="90000" rIns="90000" tIns="45000" bIns="45000" anchor="t">
            <a:spAutoFit/>
          </a:bodyPr>
          <a:p>
            <a:r>
              <a:rPr lang="en-US" sz="1000" b="0" u="none" strike="noStrike">
                <a:solidFill>
                  <a:srgbClr val="000000"/>
                </a:solidFill>
                <a:effectLst/>
                <a:uFillTx/>
                <a:latin typeface="Inter"/>
              </a:rPr>
              <a:t>Mithun is a Scientist in the Big Data Research and Supercomputing Division (BRSD) at CSIR-Fourth Paradigm Institute (CSIR-4PI), Bengaluru. He is a roboticist whose current research spans Robotics, Large Language Models, Tactile Sensing, Reinforcement Learning, and AI applications in Agro-technologies. He holds a B.Tech. in Mechanical Engineering from the National Institute of Technology (NIT), Rourkela, and an M.S. (by Research) from the Robotics Research Center, International Institute of Information Technology (IIIT), Hyderabad, where his thesis focused on autonomous vehicles. Beyond research, Mithun is an avid racing enthusiast and a history buff.</a:t>
            </a:r>
            <a:endParaRPr lang="en-US" sz="1000" b="0" u="none" strike="noStrike">
              <a:solidFill>
                <a:srgbClr val="000000"/>
              </a:solidFill>
              <a:effectLst/>
              <a:uFillTx/>
              <a:latin typeface="Inter"/>
            </a:endParaRPr>
          </a:p>
        </p:txBody>
      </p:sp>
      <p:sp>
        <p:nvSpPr>
          <p:cNvPr id="18" name=""/>
          <p:cNvSpPr txBox="1"/>
          <p:nvPr/>
        </p:nvSpPr>
        <p:spPr>
          <a:xfrm>
            <a:off x="2971800" y="2421360"/>
            <a:ext cx="2514600" cy="550440"/>
          </a:xfrm>
          <a:prstGeom prst="rect">
            <a:avLst/>
          </a:prstGeom>
          <a:noFill/>
          <a:ln w="0">
            <a:noFill/>
          </a:ln>
        </p:spPr>
        <p:txBody>
          <a:bodyPr lIns="90000" rIns="90000" tIns="45000" bIns="45000" anchor="t">
            <a:spAutoFit/>
          </a:bodyPr>
          <a:p>
            <a:r>
              <a:rPr lang="en-US" sz="1500" b="1" u="none" strike="noStrike">
                <a:solidFill>
                  <a:srgbClr val="000000"/>
                </a:solidFill>
                <a:effectLst/>
                <a:uFillTx/>
                <a:latin typeface="Inter"/>
              </a:rPr>
              <a:t>MITHUN BABU</a:t>
            </a:r>
            <a:endParaRPr lang="en-US" sz="1500" b="1" u="none" strike="noStrike">
              <a:solidFill>
                <a:srgbClr val="000000"/>
              </a:solidFill>
              <a:effectLst/>
              <a:uFillTx/>
              <a:latin typeface="Inter"/>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7</TotalTime>
  <Application>LibreOffice/25.8.5.2$Linux_X86_64 LibreOffice_project/580$Build-2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2026-03-30T15:11:14Z</dcterms:created>
  <dc:creator/>
  <dc:description/>
  <dc:language>en-US</dc:language>
  <cp:lastModifiedBy/>
  <dcterms:modified xsi:type="dcterms:W3CDTF">2026-03-30T15:39:21Z</dcterms:modified>
  <cp:revision>1</cp:revision>
  <dc:subject/>
  <dc:title/>
</cp:coreProperties>
</file>